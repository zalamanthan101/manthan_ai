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Definition of OS</a:t>
            </a:r>
          </a:p>
          <a:p>
            <a:r>
              <a:t>Types of 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of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Process Management</a:t>
            </a:r>
          </a:p>
          <a:p>
            <a:r>
              <a:t>Memory Management</a:t>
            </a:r>
          </a:p>
          <a:p>
            <a:r>
              <a:t>File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Single User Single Tasking</a:t>
            </a:r>
          </a:p>
          <a:p>
            <a:r>
              <a:t>Single User Multi Tasking</a:t>
            </a:r>
          </a:p>
          <a:p>
            <a:r>
              <a:t>Multi User Multi Tasking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System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Windows</a:t>
            </a:r>
          </a:p>
          <a:p>
            <a:r>
              <a:t>Linux</a:t>
            </a:r>
          </a:p>
          <a:p>
            <a:r>
              <a:t>MacOS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Importance of OS</a:t>
            </a:r>
          </a:p>
          <a:p>
            <a:r>
              <a:t>Future of 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