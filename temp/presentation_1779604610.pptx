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ગુજરાતી કવિતા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ગુજરાતી કવિતા એક સુંદર કલા છે</a:t>
            </a:r>
          </a:p>
          <a:p>
            <a:r>
              <a:t>તે આપણને આનંદ આપે છે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કવિતાના પ્રકાર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ગઝલ</a:t>
            </a:r>
          </a:p>
          <a:p>
            <a:r>
              <a:t>ગીત</a:t>
            </a:r>
          </a:p>
          <a:p>
            <a:r>
              <a:t>કવિતા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ગુજરાતી કવિઓ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મીરાંબાઈ</a:t>
            </a:r>
          </a:p>
          <a:p>
            <a:r>
              <a:t>નરસિંહ મહેતા</a:t>
            </a:r>
          </a:p>
          <a:p>
            <a:r>
              <a:t>કલાપી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