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Welcome to the presentation</a:t>
            </a:r>
          </a:p>
          <a:p>
            <a:r>
              <a:t>Topic will be discussed in detail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Topic overview</a:t>
            </a:r>
          </a:p>
          <a:p>
            <a:r>
              <a:t>Key points to be covered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Point 1</a:t>
            </a:r>
          </a:p>
          <a:p>
            <a:r>
              <a:t>Point 2</a:t>
            </a:r>
          </a:p>
          <a:p>
            <a:r>
              <a:t>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Summary of key points</a:t>
            </a:r>
          </a:p>
          <a:p>
            <a:r>
              <a:t>Final thoughts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